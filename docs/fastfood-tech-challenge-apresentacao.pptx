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 Challenge - FastFood Backend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Arquitetura, Fluxos, e Demonstração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Hexagonal - Visão Geral</a:t>
            </a:r>
          </a:p>
        </p:txBody>
      </p:sp>
      <p:pic>
        <p:nvPicPr>
          <p:cNvPr id="3" name="Picture 2" descr="A_UML_(Unified_Modeling_Language)_diagram_in_a_d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Cadastro e identificação de clientes (via CPF)</a:t>
            </a:r>
          </a:p>
          <a:p>
            <a:r>
              <a:t>• Cadastro, busca e filtragem de produtos por categoria</a:t>
            </a:r>
          </a:p>
          <a:p>
            <a:r>
              <a:t>• Simulação de checkout com envio para fila</a:t>
            </a:r>
          </a:p>
          <a:p>
            <a:r>
              <a:t>• Listagem de pedidos</a:t>
            </a:r>
          </a:p>
          <a:p>
            <a:r>
              <a:t>• Swagger documentando todos os endpoints</a:t>
            </a:r>
          </a:p>
          <a:p>
            <a:r>
              <a:t>• Pipelines CI/CD no GitHub e GitLab</a:t>
            </a:r>
          </a:p>
          <a:p>
            <a:r>
              <a:t>• Testes automatizados com WireMock e Testcontainers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Execução da Aplicação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rodar a aplicação:</a:t>
            </a:r>
          </a:p>
          <a:p>
            <a:r>
              <a:t>• Execute `./gradlew build`</a:t>
            </a:r>
          </a:p>
          <a:p>
            <a:r>
              <a:t>• Suba os containers com `docker-compose up --build`</a:t>
            </a:r>
          </a:p>
          <a:p>
            <a:r>
              <a:t>• Acesse o Swagger: http://localhost:8080/swagger-ui.html</a:t>
            </a:r>
          </a:p>
          <a:p>
            <a:r>
              <a:t>• Banco: PostgreSQL (localhost:5432)</a:t>
            </a:r>
          </a:p>
          <a:p>
            <a:r>
              <a:t>• Sonar: http://localhost:9000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